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15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728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12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26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68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24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87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34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80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1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9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30B9C-43BA-44EB-A771-FED4F253AD58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3C56B-596C-430E-80A3-0B573CFCB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66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0738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2026-10-23T12:44:49Z</dcterms:created>
  <dcterms:modified xsi:type="dcterms:W3CDTF">2026-10-23T12:45:01Z</dcterms:modified>
</cp:coreProperties>
</file>